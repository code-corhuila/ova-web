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claro desde el inicio qué se entrega y qué es preparación. Si el tiempo aprieta, la Parte A completa; la Parte B puede terminarse en casa con el manual publicado.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Volver a este cuadro al cerrar cada bloque. Advertir que el paso 8, la prueba de repetibilidad, es el que casi nadie hace y el que más peso tiene en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de "1000 filas" a "todo el conjunto" es el que nadie hace: con datasets grandes el perfilado miente por omisión y los errores aparecen justo después de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levanten la mano quienes no la vean. Es el punto de control del bloque: sin perfilado no hay diagnóstico, y sin diagnóstico la nota de entrega no tiene qué contar.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Pedirles que escriban tres líneas con su diagnóstico antes de transformar nada. Ese texto es literalmente el primer párrafo de la nota que entregan.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Provocar el error en vivo con fechas mezcladas. Insistir en que no se borran las filas con error: se corrige la interpretación. Borrarlas es la salida fácil que cambia los totales.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alguien termina con seis columnas, el delimitador se repetía. Mostrar cómo borrar el paso con la ✕ y rehacerlo: que entiendan que equivocarse aquí no cuesta nada, porque los pasos son reversibles.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borrar, usar "Mantener duplicados" para verlos. Anotar el número de filas antes y después: esa resta es evidencia para la nota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bloque que arregla el "9 distintos para 5 regiones". Comprobarlo mirando cómo baja el contador de distintos en el perfilado: es inmediato y se ve en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Decidir mal aquí cambia los totales sin que nadie lo note. Advertir explícitamente: no filtrar vacíos de una columna de monto sin mirarlos, pueden ser ventas anuladas que sí cuentan.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Toma dos minutos y vale puntos. Pedir la captura del panel con los pasos renombrados ahí mismo en clase: `Windows + Shift + S`, recortar y pegar en el documento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momento de la clase. Si funciona, entendieron la unidad completa: no limpiaron datos, definieron una tubería. Que lo cuenten en la nota con sus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los encabezados salen como Campo1, activar "Nombres de campo: en la primera fila" en la vista previa antes de cargar. Es el tropiezo más común del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en vivo con un panel de filtrado. Pedirles que encuentren un gris y expliquen qué significaría en su sector: ese ejercicio de treinta segundos es el que fija el concepto.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que el snapshot congela el estado: si después editan el gráfico, hay que tomar otro. Es el error que más se repite al armar la narrativa.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prueba final: leer los tres títulos seguidos sin ver los gráficos. Si cuentan la historia, está lista. Si dicen "Ventas", "Gráfico 2" y "Conclusiones", falta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Para ver celdas válidas, erróneas y vacías por columna. Es el diagnóstico objetivo previo a transformar cualquier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Cambias el tipo usando configuración regional. Los formatos mezclados se resuelven con la configuración regional, sin perder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Recortar y Limpiar, que quitan espacios e invisibles. Los espacios y caracteres no imprimibles hacen distintos dos textos idénticos a la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las transformaciones se reaplican solas. Ese es el entregable real: un proceso, no una limpieza puntual.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existe, pero no está asociado a lo seleccionado. El gris marca el hueco, y el hueco es una pregunta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manual publicado trae la tabla completa con diez síntomas. Pedirles que la consulten antes de escribir preguntando: casi siempre el síntoma exacto está ahí.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A3 (25%): mínimo cuatro transformaciones distintas, pasos documentados y la prueba de repetibilidad contada en la nota. El esbozo de narrativa de tres pasos es parte de la práctica opcional y el ensayo directo de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Limpia los datos y explóralos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Limpia con Power Query y explora en Qlik Sense, clic a clic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Lo que vamos a armar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Dos mitades, una sola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Parte A · Power Query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Seis transformaciones sobre datos sucios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Pasos documentados y repetibles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Esto es lo que califica A3 (25%)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Parte B · Qlik Sense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Exploración asociativa y narrativa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Tres diapositivas con snapshots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Ensayo para el cierre del curso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recorrido de hoy, en cinco movimientos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Movimiento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Pasos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Dónde ocurre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Diagnosticar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Pestaña Vista de Power Query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Transformar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2 a 6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Editor de Power Query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Documentar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7 y 8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Pasos aplicados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Explorar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9 a 11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App de Qlik Sense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Narrar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12 y 13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Pestaña Narrativas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Diagnosticar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 · Enciende el perfilado antes de tocar 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Transformar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Abre el archivo y entra al editor, no le des a Cargar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Pestaña Vista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Marca calidad, distribución y perfil de columna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Todo el conjunto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Abajo a la izquierda, cambia de 1000 filas a todo el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Deberías estar viendo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Bajo cada encabezado, una barra con tres cifras: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válido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,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error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y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vacío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, y debajo el conteo de valores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distintos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y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únicos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Qué te está diciendo esa barrita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Indicador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Si algo no cuadra…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Error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Tipo mal asignado o formatos mezclados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Vacío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Decide: rellenar o filtrar, no ignorar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Distintos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9 regiones para 5 reales: hay variantes de escritura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Únicos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Si el ID no es único, hay duplicados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Transformar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2 · Los tipos, y la trampa de las fechas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Clic en el ícono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 la izquierda del nombre de columna, elige el tipo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Si salen Errores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derecho, Cambiar tipo, Usando configuración regional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Elige la región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Español (Colombia), y revisa que los errores desaparezcan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3 · Dividir sin que salgan seis columnas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Selecciona la columna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Inicio, Dividir columna, Por delimitador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Elige el delimitador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O escribe uno personalizado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Más a la izquierda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Si solo esperas dos partes, elige esa opción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Renombra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Doble clic en el encabezado, nombres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4 · Qué significa "duplicado" en tu tabla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Seleccionas el ID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Borra filas con ID repetido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Deja la primera aparición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Cuando el ID identifica el registro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No seleccionas nada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Borra filas idénticas en todo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Compara todas las columnas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Cuando el archivo se cargó dos veces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5 · Recortar, Limpiar, unificar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Recortar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Transformar, Formato: quita espacios de los extremos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Limpiar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Quita caracteres invisibles de exportaciones viejas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Mayúsculas de cada palabra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norte, NORTE y Norte quedan iguales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Reemplazar valores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Para lo que siga distinto, como Bogota y Bogotá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6 · Vacíos: rellenar o filtrar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3432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Celda vacía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¿qué significa?</a:t>
            </a:r>
          </a:p>
        </p:txBody>
      </p:sp>
      <p:sp>
        <p:nvSpPr>
          <p:cNvPr id="10" name="Chevron 9"/>
          <p:cNvSpPr/>
          <p:nvPr/>
        </p:nvSpPr>
        <p:spPr>
          <a:xfrm>
            <a:off x="409041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024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3024" y="2624328"/>
            <a:ext cx="3432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9328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Hereda el valor de arriba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Rellenar hacia abajo</a:t>
            </a:r>
          </a:p>
        </p:txBody>
      </p:sp>
      <p:sp>
        <p:nvSpPr>
          <p:cNvPr id="14" name="Chevron 13"/>
          <p:cNvSpPr/>
          <p:nvPr/>
        </p:nvSpPr>
        <p:spPr>
          <a:xfrm>
            <a:off x="790651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9120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9120" y="2624328"/>
            <a:ext cx="3432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5424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No hubo dato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filtrar o reemplazar por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Documentar y probar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7 · Ponle nombre a cada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Clic derecho sobre el paso →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Cambiar nombre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.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"Quitar 60 duplicados de ID"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 dice más que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"Duplicados quitados"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, y se lee como una receta de arriba abajo.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8 · La prueba que convierte limpieza en proceso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Cerrar y aplicar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Vuelve a Power BI con la tabla limpia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Ensucia el origen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Agrega tres filas al CSV con los mismos problemas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Actualizar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Inicio, botón Actualizar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Verifica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Las filas nuevas llegan ya limpias, sin tocar 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Explorar y narrar en Qlik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9 · Crear la app y cargar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Crear nueva app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Nómbrala A3-Apellido-Nombre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Agregar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el archivo limpio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Cargar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Qlik propone las asociaciones solo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10 · El semáforo asociativo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Significa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Verde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valor que seleccionaste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Blanco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Asociado a tu selección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Gris claro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Existe, pero no asociado: el hueco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Gris oscuro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Excluido por otra selección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Pasos 11 y 12 · Hoja y snapshots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Editar hoja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KPI, barras y un panel de filtrado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Pon títulos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Aspecto, Presentación: que digan qué mide y de cuándo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Aplica la selección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Deja el gráfico como lo quieres mostrar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Tomar instantánea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Clic derecho sobre el gráfico, ponle nombre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13 · La historia de tres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093622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Diapositiva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va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dice el título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Introducción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KPI general, sin filtros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"Vendimos 1 240 M en 2026"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Cuerpo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Barras con la selección puesta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"El Norte cayó 18 %"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Cierre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Resumen + texto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"Reasignar presupuesto a Centro"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¿Para qué sirve encender el perfilado de columnas?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cambiar el tema visual del editor y el tamaño de letra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ver celdas válidas, erróneas y vacías por columna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exportar la tabla a PDF con el formato del 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Tu columna de fecha se llena de Error al cambiar el tipo. ¿Qué haces?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Eliminas las filas que dan error y sigues con el resto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Cambias el tipo usando configuración regional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Conviertes la columna a número entero y después a 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Dos valores se ven iguales pero el gráfico los cuenta aparte. ¿Qué aplicas?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Cambiar el tipo de dato a número decimal con dos cifras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Recortar y Limpiar, que quitan espacios e invisibles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Rellenar hacia abajo en toda la columna afectada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¿Qué demuestra agregar filas al archivo y presionar Actualizar?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archivo de origen no tenía errores de captura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las transformaciones se reaplican solas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modelo tiene bien definidas sus relaciones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En Qlik, un valor en gris claro tras tu selección significa…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dato está dañado y hay que recargar la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existe, pero no está asociado a lo seleccionado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es justamente el valor que acabas de seleccionar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Si algo sale mal, empieza por aquí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Síntoma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Solución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El perfilado dice 100 % válido y no lo 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Cámbialo a todo el conjunto de datos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Dividir columna dio 6 columnas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Usa "delimitador más a la izquierda"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Quitar duplicados no borró nada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Selecciona solo la columna de ID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Al actualizar, las filas nuevas salen sucias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Hubo arreglos manuales fuera de Power Query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Todo se puso gris en Qlik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Barra superior, ícono de escoba: borrar selecciones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22 /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3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entregas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29514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64" b="1">
                <a:solidFill>
                  <a:srgbClr val="156082"/>
                </a:solidFill>
                <a:latin typeface="Consolas"/>
              </a:rPr>
              <a:t>.pbix</a:t>
            </a:r>
            <a:r>
              <a:rPr sz="2835" b="1">
                <a:solidFill>
                  <a:srgbClr val="0E2841"/>
                </a:solidFill>
                <a:latin typeface="Aptos"/>
              </a:rPr>
              <a:t> con las transformaciones aplicadas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3649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80360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Captura de los pasos aplicados, renombrados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443484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50208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Archivo de datos limpios o su enlace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550468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20056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Nota de media página: qué estaba mal, qué hiciste, qué pasó al actualizar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23 / 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